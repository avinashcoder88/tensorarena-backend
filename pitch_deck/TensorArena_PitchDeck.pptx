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TensorArena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Future of AI-Adaptive Technical Interview Preparation</a:t>
            </a:r>
          </a:p>
          <a:p/>
          <a:p>
            <a:r>
              <a:t>Presenter: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The Broken Interview Prep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Disconnect: Standard coding platforms focus on syntax, not engineering reality.</a:t>
            </a:r>
          </a:p>
          <a:p>
            <a:pPr/>
            <a:r>
              <a:t>Generic: One-size-fits-all questions don't screen for specialized roles like MLE or System Design.</a:t>
            </a:r>
          </a:p>
          <a:p>
            <a:pPr/>
            <a:r>
              <a:t>Static: No feedback on code style, efficiency, or architectural choices—only 'Pass/Fail'.</a:t>
            </a:r>
          </a:p>
          <a:p>
            <a:pPr/>
            <a:r>
              <a:t>Expensive: Mock interviews cost hundreds of dollars per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TensorArena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Role-Specific: Dedicated tracks for ML Engineers, Data Scientists, and AI Product Managers.</a:t>
            </a:r>
          </a:p>
          <a:p>
            <a:pPr/>
            <a:r>
              <a:t>Beyond Algorithms: Modules for System Design, Paper Implementation, and Production Incident Simulation.</a:t>
            </a:r>
          </a:p>
          <a:p>
            <a:pPr/>
            <a:r>
              <a:t>AI Tutor: Real-time feedback on Correctness, Efficiency (Big O), and Code Style.</a:t>
            </a:r>
          </a:p>
          <a:p>
            <a:pPr/>
            <a:r>
              <a:t>Voice-First: Mock Interview mode with interactive AI personas.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Features: Comprehensive Training 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Arena: Adaptive Coding Challenges (Python, Algo, MLE) with specialized modes.</a:t>
            </a:r>
          </a:p>
          <a:p>
            <a:pPr/>
            <a:r>
              <a:t>System Design Mode: Architecture-focused challenges.</a:t>
            </a:r>
          </a:p>
          <a:p>
            <a:pPr/>
            <a:r>
              <a:t>Role-Play Arena: Real-world scenarios (e.g., 'Debug this Prod Incident').</a:t>
            </a:r>
          </a:p>
          <a:p>
            <a:pPr/>
            <a:r>
              <a:t>Mock Interview: Voice-interactive technical interviews with AI personas.</a:t>
            </a:r>
          </a:p>
          <a:p>
            <a:pPr/>
            <a:r>
              <a:t>AI Feedback Loop: Instant detailed grading on Code Quality &amp;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Target Audience: 25M+ Software Developers worldwide.</a:t>
            </a:r>
          </a:p>
          <a:p>
            <a:pPr/>
            <a:r>
              <a:t>High-Growth Niche: AI/ML specialization segment is expanding rapidly.</a:t>
            </a:r>
          </a:p>
          <a:p>
            <a:pPr/>
            <a:r>
              <a:t>B2C: Job seekers optimizing for FAANG+ roles.</a:t>
            </a:r>
          </a:p>
          <a:p>
            <a:pPr/>
            <a:r>
              <a:t>B2B: Companies using TensorArena for initial candidate screening.</a:t>
            </a:r>
          </a:p>
          <a:p>
            <a:pPr/>
            <a:r>
              <a:t>B2E (Education): Bootcamps and Universities using 'Classroom Mode'.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Student-Teacher Automation (New!)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Automated Grading: AI instantaneously grades code for correctness, style, and efficiency—saving teachers hundreds of hours.</a:t>
            </a:r>
          </a:p>
          <a:p>
            <a:pPr/>
            <a:r>
              <a:t>Classroom Dashboard: Teachers can track progress, identify struggling students, and manage assignments in real-time.</a:t>
            </a:r>
          </a:p>
          <a:p>
            <a:pPr/>
            <a:r>
              <a:t>Curriculum Integration: Custom problem sets aligned with course syllabus.</a:t>
            </a:r>
          </a:p>
          <a:p>
            <a:pPr/>
            <a:r>
              <a:t>Scalable Feedback: Every student gets personalized 1:1 mentorship from the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Model: Freemium SaaS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Free Tier: 5 complimentary usage credits (Try before you buy).</a:t>
            </a:r>
          </a:p>
          <a:p>
            <a:pPr/>
            <a:r>
              <a:t>Pro Subscription ($19.99/mo):</a:t>
            </a:r>
          </a:p>
          <a:p>
            <a:pPr lvl="1"/>
            <a:r>
              <a:t>Unlimited Questions</a:t>
            </a:r>
          </a:p>
          <a:p>
            <a:pPr lvl="1"/>
            <a:r>
              <a:t>System Design &amp; RoleBased Modes</a:t>
            </a:r>
          </a:p>
          <a:p>
            <a:pPr lvl="1"/>
            <a:r>
              <a:t>Deep AI Analytics &amp; Progress Tracking</a:t>
            </a:r>
          </a:p>
          <a:p>
            <a:pPr/>
            <a:r>
              <a:t>Enterprise: Custom role definitions and candidate analytics dashboard (Planned).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Stack: Built for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 Next.js 14, React, Tailwind CSS, Monaco Editor.</a:t>
            </a:r>
          </a:p>
          <a:p>
            <a:pPr/>
            <a:r>
              <a:t>Backend: FastAPI (Python), Prisma ORM for robust data management.</a:t>
            </a:r>
          </a:p>
          <a:p>
            <a:pPr/>
            <a:r>
              <a:t>AI Core: Integration with OpenAI GPT-4 &amp; Google Gemini for adaptive intelligence.</a:t>
            </a:r>
          </a:p>
          <a:p>
            <a:pPr/>
            <a:r>
              <a:t>Real-Time: Deepgram (Voice/Audio processing) &amp; WebSockets for live interaction.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Roadmap: Vision for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Q3 2024: Multiplayer Battle Mode (1v1 Coding Duels).</a:t>
            </a:r>
          </a:p>
          <a:p>
            <a:pPr/>
            <a:r>
              <a:t>Q4 2024: Corporate Integration (ATS connect).</a:t>
            </a:r>
          </a:p>
          <a:p>
            <a:pPr/>
            <a:r>
              <a:t>Q1 2025: Full Voice-Native System Design Interviews.</a:t>
            </a:r>
          </a:p>
          <a:p>
            <a:pPr/>
            <a:r>
              <a:t>Q2 2025: Expanded Role Library (DevOps, SRE, Frontend).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Join the Revolution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TensorArena is redefining how engineers prepare and hire.</a:t>
            </a:r>
          </a:p>
          <a:p/>
          <a:p>
            <a:r>
              <a:t>Contact: [Your Contact Info]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